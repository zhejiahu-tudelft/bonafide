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Helvetica Neue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italic.fntdata"/><Relationship Id="rId10" Type="http://schemas.openxmlformats.org/officeDocument/2006/relationships/font" Target="fonts/HelveticaNeue-bold.fntdata"/><Relationship Id="rId12" Type="http://schemas.openxmlformats.org/officeDocument/2006/relationships/font" Target="fonts/HelveticaNeue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bed903af6_1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2ebed903af6_1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bed903af6_1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ebed903af6_1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body"/>
          </p:nvPr>
        </p:nvSpPr>
        <p:spPr>
          <a:xfrm>
            <a:off x="450503" y="4447448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452436" y="965622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0503" y="2708696"/>
            <a:ext cx="8239125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opsomming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452438" y="889861"/>
            <a:ext cx="8239125" cy="350542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2" type="body"/>
          </p:nvPr>
        </p:nvSpPr>
        <p:spPr>
          <a:xfrm>
            <a:off x="452438" y="1593189"/>
            <a:ext cx="8239125" cy="309600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94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foto">
  <p:cSld name="Titel en foto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>
            <p:ph idx="2" type="pic"/>
          </p:nvPr>
        </p:nvSpPr>
        <p:spPr>
          <a:xfrm>
            <a:off x="-433387" y="-485775"/>
            <a:ext cx="10029825" cy="60071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52438" y="2671763"/>
            <a:ext cx="8239125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52884" y="414801"/>
            <a:ext cx="8238233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3" type="body"/>
          </p:nvPr>
        </p:nvSpPr>
        <p:spPr>
          <a:xfrm>
            <a:off x="452438" y="4353716"/>
            <a:ext cx="8239125" cy="418857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en foto alt">
  <p:cSld name="Titel en foto al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>
            <p:ph idx="2" type="pic"/>
          </p:nvPr>
        </p:nvSpPr>
        <p:spPr>
          <a:xfrm>
            <a:off x="4114800" y="-76200"/>
            <a:ext cx="4554314" cy="5300663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52438" y="476250"/>
            <a:ext cx="3667125" cy="2205852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52438" y="2647716"/>
            <a:ext cx="3667125" cy="2019534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4500562" y="4906962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somming">
  <p:cSld name="Opsomming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452438" y="1593189"/>
            <a:ext cx="8239125" cy="309600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94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, opsomm., foto">
  <p:cSld name="Titel, opsomm., foto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2438" y="889861"/>
            <a:ext cx="3667125" cy="350542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2" type="body"/>
          </p:nvPr>
        </p:nvSpPr>
        <p:spPr>
          <a:xfrm>
            <a:off x="452438" y="1593189"/>
            <a:ext cx="3667125" cy="30962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9400" lvl="0" marL="457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81" name="Google Shape;81;p19"/>
          <p:cNvSpPr/>
          <p:nvPr>
            <p:ph idx="3" type="pic"/>
          </p:nvPr>
        </p:nvSpPr>
        <p:spPr>
          <a:xfrm>
            <a:off x="4572000" y="-152725"/>
            <a:ext cx="4093828" cy="5458437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9"/>
          <p:cNvSpPr txBox="1"/>
          <p:nvPr>
            <p:ph type="title"/>
          </p:nvPr>
        </p:nvSpPr>
        <p:spPr>
          <a:xfrm>
            <a:off x="452438" y="404813"/>
            <a:ext cx="3667125" cy="53816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e">
  <p:cSld name="Secti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452436" y="1700213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b="0"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4500562" y="4906962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leen titel">
  <p:cSld name="Alleen titel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452438" y="404813"/>
            <a:ext cx="8239125" cy="53810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452438" y="889861"/>
            <a:ext cx="8239125" cy="350542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452438" y="404813"/>
            <a:ext cx="8239125" cy="538163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452438" y="889861"/>
            <a:ext cx="8239125" cy="350542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52438" y="1593189"/>
            <a:ext cx="8239125" cy="309600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1pPr>
            <a:lvl2pPr indent="-228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2pPr>
            <a:lvl3pPr indent="-2286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3pPr>
            <a:lvl4pPr indent="-2286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4pPr>
            <a:lvl5pPr indent="-2286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sz="2100"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iting">
  <p:cSld name="Uiting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idx="1" type="body"/>
          </p:nvPr>
        </p:nvSpPr>
        <p:spPr>
          <a:xfrm>
            <a:off x="452438" y="1845316"/>
            <a:ext cx="8239125" cy="1452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Helvetica Neue"/>
              <a:buNone/>
              <a:defRPr sz="44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oot feit">
  <p:cSld name="Groot fei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452438" y="403473"/>
            <a:ext cx="8239125" cy="2715594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00"/>
              <a:buFont typeface="Helvetica Neue"/>
              <a:buNone/>
              <a:defRPr b="1" sz="9400"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2" type="body"/>
          </p:nvPr>
        </p:nvSpPr>
        <p:spPr>
          <a:xfrm>
            <a:off x="452438" y="3098318"/>
            <a:ext cx="8239125" cy="350543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"/>
              <a:buNone/>
              <a:defRPr b="1" sz="21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at">
  <p:cSld name="Citaa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idx="1" type="body"/>
          </p:nvPr>
        </p:nvSpPr>
        <p:spPr>
          <a:xfrm>
            <a:off x="911259" y="4003295"/>
            <a:ext cx="7575020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b="1" sz="1400"/>
            </a:lvl1pPr>
            <a:lvl2pPr indent="-279400" lvl="1" marL="914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indent="-279400" lvl="2" marL="1371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indent="-279400" lvl="3" marL="1828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indent="-279400" lvl="4" marL="22860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2" type="body"/>
          </p:nvPr>
        </p:nvSpPr>
        <p:spPr>
          <a:xfrm>
            <a:off x="657721" y="1852447"/>
            <a:ext cx="7828558" cy="143860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79400" lvl="5" marL="27432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indent="-279400" lvl="6" marL="32004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indent="-279400" lvl="7" marL="36576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indent="-279400" lvl="8" marL="411480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- driemaal">
  <p:cSld name="Foto - driemaal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>
            <p:ph idx="2" type="pic"/>
          </p:nvPr>
        </p:nvSpPr>
        <p:spPr>
          <a:xfrm>
            <a:off x="5910263" y="381000"/>
            <a:ext cx="2789662" cy="223112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6"/>
          <p:cNvSpPr/>
          <p:nvPr>
            <p:ph idx="3" type="pic"/>
          </p:nvPr>
        </p:nvSpPr>
        <p:spPr>
          <a:xfrm>
            <a:off x="5062538" y="1491853"/>
            <a:ext cx="3914775" cy="4556318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6"/>
          <p:cNvSpPr/>
          <p:nvPr>
            <p:ph idx="4" type="pic"/>
          </p:nvPr>
        </p:nvSpPr>
        <p:spPr>
          <a:xfrm>
            <a:off x="-52387" y="185738"/>
            <a:ext cx="6229350" cy="4672013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">
  <p:cSld name="Fot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/>
          <p:nvPr>
            <p:ph idx="2" type="pic"/>
          </p:nvPr>
        </p:nvSpPr>
        <p:spPr>
          <a:xfrm>
            <a:off x="-500062" y="-2071687"/>
            <a:ext cx="10144125" cy="8115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Helvetica Neue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 b="0" i="0" sz="7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g">
  <p:cSld name="Leeg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sz="700"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2438" y="404813"/>
            <a:ext cx="8239125" cy="537436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b="1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2438" y="1593189"/>
            <a:ext cx="8239125" cy="3096005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68300" lvl="2" marL="13716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68300" lvl="3" marL="18288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68300" lvl="4" marL="22860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68300" lvl="5" marL="27432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68300" lvl="6" marL="32004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68300" lvl="7" marL="36576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68300" lvl="8" marL="411480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Char char="•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500562" y="4905375"/>
            <a:ext cx="138189" cy="1404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Helvetica Neue"/>
              <a:buNone/>
              <a:defRPr b="0" i="0" sz="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_linkedin.png" id="121" name="Google Shape;12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073" y="-90539"/>
            <a:ext cx="9168146" cy="532457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452437" y="4750459"/>
            <a:ext cx="8239126" cy="238867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17150" spcFirstLastPara="1" rIns="17150" wrap="square" tIns="1715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b="1" i="0" lang="nl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2026-202</a:t>
            </a:r>
            <a:r>
              <a:rPr lang="nl">
                <a:solidFill>
                  <a:srgbClr val="FFFFFF"/>
                </a:solidFill>
              </a:rPr>
              <a:t>7</a:t>
            </a:r>
            <a:endParaRPr b="1" i="0" sz="14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29"/>
          <p:cNvSpPr txBox="1"/>
          <p:nvPr>
            <p:ph idx="4294967295" type="ctrTitle"/>
          </p:nvPr>
        </p:nvSpPr>
        <p:spPr>
          <a:xfrm>
            <a:off x="452437" y="2139890"/>
            <a:ext cx="8239127" cy="1743075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C80D"/>
              </a:buClr>
              <a:buSzPts val="4400"/>
              <a:buFont typeface="Twentieth Century"/>
              <a:buNone/>
            </a:pPr>
            <a:r>
              <a:rPr b="1" i="0" lang="nl" sz="4400" u="none" cap="none" strike="noStrike">
                <a:solidFill>
                  <a:srgbClr val="FCC80D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Bona Fide</a:t>
            </a:r>
            <a:endParaRPr/>
          </a:p>
        </p:txBody>
      </p:sp>
      <p:sp>
        <p:nvSpPr>
          <p:cNvPr id="124" name="Google Shape;124;p29"/>
          <p:cNvSpPr txBox="1"/>
          <p:nvPr>
            <p:ph idx="4294967295" type="subTitle"/>
          </p:nvPr>
        </p:nvSpPr>
        <p:spPr>
          <a:xfrm>
            <a:off x="478206" y="3761037"/>
            <a:ext cx="3191553" cy="492382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C80D"/>
              </a:buClr>
              <a:buSzPts val="1400"/>
              <a:buFont typeface="Twentieth Century"/>
              <a:buNone/>
            </a:pPr>
            <a:r>
              <a:rPr b="1" i="1" lang="nl" sz="1400" u="none" cap="none" strike="noStrike">
                <a:solidFill>
                  <a:srgbClr val="FCC80D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Student investment society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C80D"/>
              </a:buClr>
              <a:buSzPts val="1400"/>
              <a:buFont typeface="Twentieth Century"/>
              <a:buNone/>
            </a:pPr>
            <a:r>
              <a:rPr b="1" i="1" lang="nl" sz="1400" u="none" cap="none" strike="noStrike">
                <a:solidFill>
                  <a:srgbClr val="FCC80D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Est. 2014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0"/>
          <p:cNvSpPr txBox="1"/>
          <p:nvPr>
            <p:ph type="title"/>
          </p:nvPr>
        </p:nvSpPr>
        <p:spPr>
          <a:xfrm>
            <a:off x="0" y="405000"/>
            <a:ext cx="9144000" cy="378000"/>
          </a:xfrm>
          <a:prstGeom prst="rect">
            <a:avLst/>
          </a:prstGeom>
          <a:solidFill>
            <a:srgbClr val="135927"/>
          </a:solidFill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CC80D"/>
              </a:buClr>
              <a:buSzPts val="2900"/>
              <a:buFont typeface="Twentieth Century"/>
              <a:buNone/>
            </a:pPr>
            <a:r>
              <a:rPr b="0" i="0" lang="nl" sz="2900" u="none" cap="none" strike="noStrike">
                <a:solidFill>
                  <a:srgbClr val="FCC80D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</a:t>
            </a:r>
            <a:r>
              <a:rPr b="0" lang="nl" sz="2900">
                <a:solidFill>
                  <a:srgbClr val="FCC80D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Investment thesis</a:t>
            </a:r>
            <a:endParaRPr/>
          </a:p>
        </p:txBody>
      </p:sp>
      <p:pic>
        <p:nvPicPr>
          <p:cNvPr descr="Schermafbeelding 2023-01-19 om 16.44.25.png" id="130" name="Google Shape;1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1149" y="-31578"/>
            <a:ext cx="910634" cy="1410217"/>
          </a:xfrm>
          <a:prstGeom prst="rect">
            <a:avLst/>
          </a:prstGeom>
          <a:noFill/>
          <a:ln>
            <a:noFill/>
          </a:ln>
          <a:effectLst>
            <a:outerShdw blurRad="63500" rotWithShape="0" dir="5400000" dist="25400">
              <a:srgbClr val="000000">
                <a:alpha val="49804"/>
              </a:srgbClr>
            </a:outerShdw>
          </a:effectLst>
        </p:spPr>
      </p:pic>
      <p:sp>
        <p:nvSpPr>
          <p:cNvPr id="131" name="Google Shape;131;p30"/>
          <p:cNvSpPr txBox="1"/>
          <p:nvPr>
            <p:ph idx="2" type="body"/>
          </p:nvPr>
        </p:nvSpPr>
        <p:spPr>
          <a:xfrm>
            <a:off x="392708" y="1592262"/>
            <a:ext cx="4234728" cy="27914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/>
          <a:p>
            <a:pPr indent="-234950" lvl="0" marL="26670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rgbClr val="FCC80D"/>
              </a:buClr>
              <a:buSzPts val="1900"/>
              <a:buFont typeface="Twentieth Century"/>
              <a:buChar char="❖"/>
            </a:pPr>
            <a:r>
              <a:t/>
            </a:r>
            <a:endParaRPr/>
          </a:p>
        </p:txBody>
      </p:sp>
      <p:sp>
        <p:nvSpPr>
          <p:cNvPr id="132" name="Google Shape;132;p30"/>
          <p:cNvSpPr txBox="1"/>
          <p:nvPr/>
        </p:nvSpPr>
        <p:spPr>
          <a:xfrm>
            <a:off x="6645950" y="948575"/>
            <a:ext cx="1223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3" name="Google Shape;133;p30"/>
          <p:cNvSpPr txBox="1"/>
          <p:nvPr/>
        </p:nvSpPr>
        <p:spPr>
          <a:xfrm>
            <a:off x="5618450" y="3951900"/>
            <a:ext cx="17523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4" name="Google Shape;134;p30"/>
          <p:cNvSpPr txBox="1"/>
          <p:nvPr/>
        </p:nvSpPr>
        <p:spPr>
          <a:xfrm>
            <a:off x="7370750" y="3997725"/>
            <a:ext cx="1223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